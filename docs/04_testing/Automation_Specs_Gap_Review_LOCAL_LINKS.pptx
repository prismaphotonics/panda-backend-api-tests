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src/utils/validators.py:390" TargetMode="External"/><Relationship Id="rId3" Type="http://schemas.openxmlformats.org/officeDocument/2006/relationships/hyperlink" Target="vscode://file/C:/Projects/focus_server_automation/tests/integration/performance/test_performance_high_priority.py:146" TargetMode="External"/><Relationship Id="rId4" Type="http://schemas.openxmlformats.org/officeDocument/2006/relationships/hyperlink" Target="vscode://file/C:/Projects/focus_server_automation/src/utils/validators.py:194" TargetMode="External"/><Relationship Id="rId5" Type="http://schemas.openxmlformats.org/officeDocument/2006/relationships/hyperlink" Target="vscode://file/C:/Projects/focus_server_automation/src/models/focus_server_models.py:46" TargetMode="External"/><Relationship Id="rId6" Type="http://schemas.openxmlformats.org/officeDocument/2006/relationships/hyperlink" Target="vscode://file/C:/Projects/focus_server_automation/src/utils/validators.py:116" TargetMode="External"/><Relationship Id="rId7" Type="http://schemas.openxmlformats.org/officeDocument/2006/relationships/hyperlink" Target="vscode://file/C:/Projects/focus_server_automation/src/utils/helpers.py:474" TargetMode="External"/><Relationship Id="rId8" Type="http://schemas.openxmlformats.org/officeDocument/2006/relationships/hyperlink" Target="vscode://file/C:/Projects/focus_server_automation/src/utils/helpers.py:507" TargetMode="External"/><Relationship Id="rId9" Type="http://schemas.openxmlformats.org/officeDocument/2006/relationships/hyperlink" Target="vscode://file/C:/Projects/focus_server_automation/tests/integration/api/test_config_validation_high_priority.py:475" TargetMode="External"/><Relationship Id="rId10" Type="http://schemas.openxmlformats.org/officeDocument/2006/relationships/hyperlink" Target="vscode://file/C:/Projects/focus_server_automation/tests/integration/performance/test_mongodb_outage_resilience.p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vscode://file/C:/Projects/focus_server_automation/tests/integration/performance/test_performance_high_priority.py:146" TargetMode="External"/><Relationship Id="rId3" Type="http://schemas.openxmlformats.org/officeDocument/2006/relationships/hyperlink" Target="vscode://file/C:/Projects/focus_server_automation/tests/integration/api/test_api_endpoints_high_priority.py:135" TargetMode="External"/><Relationship Id="rId4" Type="http://schemas.openxmlformats.org/officeDocument/2006/relationships/hyperlink" Target="vscode://file/C:/Projects/focus_server_automation/tests/integration/performance/test_mongodb_outage_resilience.py" TargetMode="External"/><Relationship Id="rId5" Type="http://schemas.openxmlformats.org/officeDocument/2006/relationships/hyperlink" Target="vscode://file/C:/Projects/focus_server_automation/tests/integration/performance/test_concurrency_limits.py" TargetMode="External"/><Relationship Id="rId6" Type="http://schemas.openxmlformats.org/officeDocument/2006/relationships/hyperlink" Target="vscode://file/C:/Projects/focus_server_automation/tests/integration/api/test_waterfall_polling_behavior.py" TargetMode="External"/><Relationship Id="rId7" Type="http://schemas.openxmlformats.org/officeDocument/2006/relationships/hyperlink" Target="vscode://file/C:/Projects/focus_server_automation/tests/integration/api/test_config_validation_high_priority.py:475" TargetMode="External"/><Relationship Id="rId8" Type="http://schemas.openxmlformats.org/officeDocument/2006/relationships/hyperlink" Target="vscode://file/C:/Projects/focus_server_automation/tests/integration/api/test_config_validation_high_priority.py:506" TargetMode="External"/><Relationship Id="rId9" Type="http://schemas.openxmlformats.org/officeDocument/2006/relationships/hyperlink" Target="vscode://file/C:/Projects/focus_server_automation/tests/integration/api/test_config_validation_boundaries.py" TargetMode="External"/><Relationship Id="rId10" Type="http://schemas.openxmlformats.org/officeDocument/2006/relationships/hyperlink" Target="vscode://file/C:/Projects/focus_server_automation/tests/integration/api/test_signal_params_validation.py" TargetMode="External"/><Relationship Id="rId11" Type="http://schemas.openxmlformats.org/officeDocument/2006/relationships/hyperlink" Target="vscode://file/C:/Projects/focus_server_automation/tests/integration/api/test_error_schema_contract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  <a:r>
              <a:t>Direct Dev Code Links (Evidence)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321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latin typeface="Arial"/>
              </a:rPr>
              <a:t>[P0] #1: ROI change limit - hardcoded 50%  </a:t>
            </a:r>
            <a:r>
              <a:rPr sz="1800">
                <a:solidFill>
                  <a:srgbClr val="0066CC"/>
                </a:solidFill>
                <a:latin typeface="Arial"/>
                <a:hlinkClick r:id="rId2"/>
              </a:rPr>
              <a:t>[view code →]</a:t>
            </a:r>
          </a:p>
          <a:p>
            <a:pPr/>
            <a:r>
              <a:rPr sz="2000">
                <a:latin typeface="Arial"/>
              </a:rPr>
              <a:t>[P0] #2: Performance assertions disabled (P95/P99)  </a:t>
            </a:r>
            <a:r>
              <a:rPr sz="1800">
                <a:solidFill>
                  <a:srgbClr val="0066CC"/>
                </a:solidFill>
                <a:latin typeface="Arial"/>
                <a:hlinkClick r:id="rId3"/>
              </a:rPr>
              <a:t>[view code →]</a:t>
            </a:r>
          </a:p>
          <a:p>
            <a:pPr/>
            <a:r>
              <a:rPr sz="2000">
                <a:latin typeface="Arial"/>
              </a:rPr>
              <a:t>[P1] #3: NFFT validation too permissive  </a:t>
            </a:r>
            <a:r>
              <a:rPr sz="1800">
                <a:solidFill>
                  <a:srgbClr val="0066CC"/>
                </a:solidFill>
                <a:latin typeface="Arial"/>
                <a:hlinkClick r:id="rId4"/>
              </a:rPr>
              <a:t>[view code →]</a:t>
            </a:r>
          </a:p>
          <a:p>
            <a:pPr/>
            <a:r>
              <a:rPr sz="2000">
                <a:latin typeface="Arial"/>
              </a:rPr>
              <a:t>[P1] #4: Frequency range - no absolute max/min  </a:t>
            </a:r>
            <a:r>
              <a:rPr sz="1800">
                <a:solidFill>
                  <a:srgbClr val="0066CC"/>
                </a:solidFill>
                <a:latin typeface="Arial"/>
                <a:hlinkClick r:id="rId5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#5: Sensor range - no min/max ROI size  </a:t>
            </a:r>
            <a:r>
              <a:rPr sz="1800">
                <a:solidFill>
                  <a:srgbClr val="0066CC"/>
                </a:solidFill>
                <a:latin typeface="Arial"/>
                <a:hlinkClick r:id="rId6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#6: Polling helper - hardcoded timeouts  </a:t>
            </a:r>
            <a:r>
              <a:rPr sz="1800">
                <a:solidFill>
                  <a:srgbClr val="0066CC"/>
                </a:solidFill>
                <a:latin typeface="Arial"/>
                <a:hlinkClick r:id="rId7"/>
              </a:rPr>
              <a:t>[view code →]</a:t>
            </a:r>
          </a:p>
          <a:p>
            <a:pPr/>
            <a:r>
              <a:rPr sz="2000">
                <a:latin typeface="Arial"/>
              </a:rPr>
              <a:t>[P2] #7: Default payloads mismatch config  </a:t>
            </a:r>
            <a:r>
              <a:rPr sz="1800">
                <a:solidFill>
                  <a:srgbClr val="0066CC"/>
                </a:solidFill>
                <a:latin typeface="Arial"/>
                <a:hlinkClick r:id="rId8"/>
              </a:rPr>
              <a:t>[view code →]</a:t>
            </a:r>
          </a:p>
          <a:p>
            <a:pPr/>
            <a:r>
              <a:rPr sz="2000">
                <a:latin typeface="Arial"/>
              </a:rPr>
              <a:t>[P3] Config validation tests with TODO/no assertions  </a:t>
            </a:r>
            <a:r>
              <a:rPr sz="1800">
                <a:solidFill>
                  <a:srgbClr val="0066CC"/>
                </a:solidFill>
                <a:latin typeface="Arial"/>
                <a:hlinkClick r:id="rId9"/>
              </a:rPr>
              <a:t>[view code →]</a:t>
            </a:r>
          </a:p>
          <a:p>
            <a:pPr/>
            <a:r>
              <a:rPr sz="2000">
                <a:latin typeface="Arial"/>
              </a:rPr>
              <a:t>[P3] MongoDB outage resilience (behavior unclear)  </a:t>
            </a:r>
            <a:r>
              <a:rPr sz="1800">
                <a:solidFill>
                  <a:srgbClr val="0066CC"/>
                </a:solidFill>
                <a:latin typeface="Arial"/>
                <a:hlinkClick r:id="rId10"/>
              </a:rPr>
              <a:t>[view code →]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  <a:r>
              <a:t>QA Tests Without Specs – Evidence (Summary)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321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DC3545"/>
                </a:solidFill>
                <a:latin typeface="Arial"/>
              </a:rPr>
              <a:t>test_p95_p99_latency_post_config - P95/P99 thresholds missing  </a:t>
            </a:r>
            <a:r>
              <a:rPr sz="1400">
                <a:solidFill>
                  <a:srgbClr val="0066CC"/>
                </a:solidFill>
                <a:latin typeface="Arial"/>
                <a:hlinkClick r:id="rId2"/>
              </a:rPr>
              <a:t>[view code →]</a:t>
            </a:r>
          </a:p>
          <a:p>
            <a:pPr/>
            <a:r>
              <a:rPr sz="1600">
                <a:solidFill>
                  <a:srgbClr val="DC3545"/>
                </a:solidFill>
                <a:latin typeface="Arial"/>
              </a:rPr>
              <a:t>test_get_channels_endpoint_response_time - SLA missing  </a:t>
            </a:r>
            <a:r>
              <a:rPr sz="1400">
                <a:solidFill>
                  <a:srgbClr val="0066CC"/>
                </a:solidFill>
                <a:latin typeface="Arial"/>
                <a:hlinkClick r:id="rId3"/>
              </a:rPr>
              <a:t>[view code →]</a:t>
            </a:r>
          </a:p>
          <a:p>
            <a:pPr/>
            <a:r>
              <a:rPr sz="1600">
                <a:solidFill>
                  <a:srgbClr val="FD7E14"/>
                </a:solidFill>
                <a:latin typeface="Arial"/>
              </a:rPr>
              <a:t>test_mongodb_scale_down_outage - expected HTTP code/recovery unknown  </a:t>
            </a:r>
            <a:r>
              <a:rPr sz="1400">
                <a:solidFill>
                  <a:srgbClr val="0066CC"/>
                </a:solidFill>
                <a:latin typeface="Arial"/>
                <a:hlinkClick r:id="rId4"/>
              </a:rPr>
              <a:t>[view code →]</a:t>
            </a:r>
          </a:p>
          <a:p>
            <a:pPr/>
            <a:r>
              <a:rPr sz="1600">
                <a:solidFill>
                  <a:srgbClr val="FD7E14"/>
                </a:solidFill>
                <a:latin typeface="Arial"/>
              </a:rPr>
              <a:t>test_concurrent_task_max_limit - system limit undefined  </a:t>
            </a:r>
            <a:r>
              <a:rPr sz="1400">
                <a:solidFill>
                  <a:srgbClr val="0066CC"/>
                </a:solidFill>
                <a:latin typeface="Arial"/>
                <a:hlinkClick r:id="rId5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test_waterfall_poll_200_until_data - max wait/alert/timeout undefined  </a:t>
            </a:r>
            <a:r>
              <a:rPr sz="1400">
                <a:solidFill>
                  <a:srgbClr val="0066CC"/>
                </a:solidFill>
                <a:latin typeface="Arial"/>
                <a:hlinkClick r:id="rId6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test_frequency_range_equal_min_max - behavior for min==max undefined  </a:t>
            </a:r>
            <a:r>
              <a:rPr sz="1400">
                <a:solidFill>
                  <a:srgbClr val="0066CC"/>
                </a:solidFill>
                <a:latin typeface="Arial"/>
                <a:hlinkClick r:id="rId7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test_channel_range_equal_min_max - behavior for min==max undefined  </a:t>
            </a:r>
            <a:r>
              <a:rPr sz="1400">
                <a:solidFill>
                  <a:srgbClr val="0066CC"/>
                </a:solidFill>
                <a:latin typeface="Arial"/>
                <a:hlinkClick r:id="rId8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test_config_with_invalid_sensor_range - ROI min/max size undefined  </a:t>
            </a:r>
            <a:r>
              <a:rPr sz="1400">
                <a:solidFill>
                  <a:srgbClr val="0066CC"/>
                </a:solidFill>
                <a:latin typeface="Arial"/>
                <a:hlinkClick r:id="rId9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test_nfft_values_enforcement - valid values list not enforced  </a:t>
            </a:r>
            <a:r>
              <a:rPr sz="1400">
                <a:solidFill>
                  <a:srgbClr val="0066CC"/>
                </a:solidFill>
                <a:latin typeface="Arial"/>
                <a:hlinkClick r:id="rId10"/>
              </a:rPr>
              <a:t>[view code →]</a:t>
            </a:r>
          </a:p>
          <a:p>
            <a:pPr/>
            <a:r>
              <a:rPr sz="1600">
                <a:solidFill>
                  <a:srgbClr val="FFC107"/>
                </a:solidFill>
                <a:latin typeface="Arial"/>
              </a:rPr>
              <a:t>test_error_schema_consistency - API error contract undefined  </a:t>
            </a:r>
            <a:r>
              <a:rPr sz="1400">
                <a:solidFill>
                  <a:srgbClr val="0066CC"/>
                </a:solidFill>
                <a:latin typeface="Arial"/>
                <a:hlinkClick r:id="rId11"/>
              </a:rPr>
              <a:t>[view code →]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