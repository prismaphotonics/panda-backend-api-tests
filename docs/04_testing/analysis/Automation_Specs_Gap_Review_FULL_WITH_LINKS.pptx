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vscode://file/C:/Projects/focus_server_automation/tests/integration/performance/test_performance_high_priority.py:157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vscode://file/C:/Projects/focus_server_automation/src/utils/validators.py:39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vscode://file/C:/Projects/focus_server_automation/tests/integration/performance/test_performance_high_priority.py:146" TargetMode="External"/><Relationship Id="rId3" Type="http://schemas.openxmlformats.org/officeDocument/2006/relationships/hyperlink" Target="vscode://file/C:/Projects/focus_server_automation/src/utils/validators.py:395" TargetMode="External"/><Relationship Id="rId4" Type="http://schemas.openxmlformats.org/officeDocument/2006/relationships/hyperlink" Target="vscode://file/C:/Projects/focus_server_automation/src/utils/validators.py:194" TargetMode="External"/><Relationship Id="rId5" Type="http://schemas.openxmlformats.org/officeDocument/2006/relationships/hyperlink" Target="vscode://file/C:/Projects/focus_server_automation/src/models/focus_server_models.py:46" TargetMode="External"/><Relationship Id="rId6" Type="http://schemas.openxmlformats.org/officeDocument/2006/relationships/hyperlink" Target="vscode://file/C:/Projects/focus_server_automation/src/utils/validators.py:116" TargetMode="External"/><Relationship Id="rId7" Type="http://schemas.openxmlformats.org/officeDocument/2006/relationships/hyperlink" Target="vscode://file/C:/Projects/focus_server_automation/tests/integration/api/test_api_endpoints_high_priority.py:140" TargetMode="External"/><Relationship Id="rId8" Type="http://schemas.openxmlformats.org/officeDocument/2006/relationships/hyperlink" Target="vscode://file/C:/Projects/focus_server_automation/tests/integration/api/test_config_validation_high_priority.py:47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vscode://file/C:/Projects/focus_server_automation/src/utils/validators.py:194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AUTOMATION SPECS GAP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latin typeface="Arial"/>
              </a:defRPr>
            </a:pPr>
            <a:r>
              <a:t>Focus Server Test Suite - Missing Specifications</a:t>
            </a:r>
            <a:br/>
            <a:r>
              <a:t>October 22,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latin typeface="Arial"/>
              </a:rPr>
              <a:t>The Problem:</a:t>
            </a:r>
          </a:p>
          <a:p>
            <a:r>
              <a:rPr sz="1800" b="0">
                <a:latin typeface="Arial"/>
              </a:rPr>
              <a:t>• We have 190+ automated tests</a:t>
            </a:r>
          </a:p>
          <a:p>
            <a:r>
              <a:rPr sz="1800" b="0">
                <a:latin typeface="Arial"/>
              </a:rPr>
              <a:t>• But many lack clear PASS/FAIL criteria</a:t>
            </a:r>
          </a:p>
          <a:p>
            <a:r>
              <a:rPr sz="1800" b="0">
                <a:latin typeface="Arial"/>
              </a:rPr>
              <a:t>• Due to missing specifications</a:t>
            </a:r>
          </a:p>
          <a:p/>
          <a:p>
            <a:r>
              <a:rPr sz="2000" b="1">
                <a:latin typeface="Arial"/>
              </a:rPr>
              <a:t>The Numbers:</a:t>
            </a:r>
          </a:p>
          <a:p>
            <a:r>
              <a:rPr sz="1800" b="0">
                <a:latin typeface="Arial"/>
              </a:rPr>
              <a:t>• 82+ tests directly affected</a:t>
            </a:r>
          </a:p>
          <a:p>
            <a:r>
              <a:rPr sz="1800" b="0">
                <a:latin typeface="Arial"/>
              </a:rPr>
              <a:t>• 50+ hardcoded values without confirmation</a:t>
            </a:r>
          </a:p>
          <a:p>
            <a:r>
              <a:rPr sz="1800" b="0">
                <a:latin typeface="Arial"/>
              </a:rPr>
              <a:t>• 11 TODO comments waiting for specs</a:t>
            </a:r>
          </a:p>
          <a:p>
            <a:r>
              <a:rPr sz="1800" b="0">
                <a:latin typeface="Arial"/>
              </a:rPr>
              <a:t>• 28 performance tests with disabled assertions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from Code #1: Performance Tests Disabled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464"/>
                </a:solidFill>
                <a:latin typeface="Courier New"/>
              </a:rPr>
              <a:t># tests/integration/performance/test_performance_high_priority.py:157
</a:t>
            </a:r>
            <a:r>
              <a:rPr sz="1600">
                <a:solidFill>
                  <a:srgbClr val="DC3545"/>
                </a:solidFill>
                <a:latin typeface="Courier New"/>
              </a:rPr>
              <a:t># TODO: Uncomment after specs meeting
# assert p95 &lt; THRESHOLD_P95_MS   ❌ DISABLED!
# assert p99 &lt; THRESHOLD_P99_MS   ❌ DISABLED!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Arial"/>
                <a:hlinkClick r:id="rId2"/>
              </a:rPr>
              <a:t>🔗 [View this code in editor →]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Arial"/>
              </a:defRPr>
            </a:pPr>
            <a:r>
              <a:t>Impact:</a:t>
            </a:r>
            <a:br/>
            <a:r>
              <a:t>• 28 performance tests can't fail on poor performance</a:t>
            </a:r>
            <a:br/>
            <a:r>
              <a:t>• Only log warnings instead of blocking bad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from Code #2: Hardcoded 50%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464"/>
                </a:solidFill>
                <a:latin typeface="Courier New"/>
              </a:rPr>
              <a:t># src/utils/validators.py:395
</a:t>
            </a:r>
            <a:r>
              <a:rPr sz="1600">
                <a:solidFill>
                  <a:srgbClr val="DC3545"/>
                </a:solidFill>
                <a:latin typeface="Courier New"/>
              </a:rPr>
              <a:t>def validate_roi_change_safety(
    max_change_percent: float = 50.0  # ❌ NEVER CONFIRMED!
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66CC"/>
                </a:solidFill>
                <a:latin typeface="Arial"/>
                <a:hlinkClick r:id="rId2"/>
              </a:rPr>
              <a:t>🔗 [View this code in editor →]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Arial"/>
              </a:defRPr>
            </a:pPr>
            <a:r>
              <a:t>Impact:</a:t>
            </a:r>
            <a:br/>
            <a:r>
              <a:t>• 6 ROI tests depend on unconfirmed value</a:t>
            </a:r>
            <a:br/>
            <a:r>
              <a:t>• Could be blocking legitimate use cases</a:t>
            </a:r>
            <a:br/>
            <a:r>
              <a:t>• Nobody knows if 50% is correct!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7 Critical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latin typeface="Arial"/>
              </a:rPr>
              <a:t>#1: Performance assertions disabled (28 tests)  </a:t>
            </a:r>
            <a:r>
              <a:rPr sz="1400">
                <a:solidFill>
                  <a:srgbClr val="0066CC"/>
                </a:solidFill>
                <a:latin typeface="Arial"/>
                <a:hlinkClick r:id="rId2"/>
              </a:rPr>
              <a:t>[view →]</a:t>
            </a:r>
          </a:p>
          <a:p>
            <a:pPr/>
            <a:r>
              <a:rPr sz="1600">
                <a:latin typeface="Arial"/>
              </a:rPr>
              <a:t>#2: ROI 50% hardcoded (6 tests)  </a:t>
            </a:r>
            <a:r>
              <a:rPr sz="1400">
                <a:solidFill>
                  <a:srgbClr val="0066CC"/>
                </a:solidFill>
                <a:latin typeface="Arial"/>
                <a:hlinkClick r:id="rId3"/>
              </a:rPr>
              <a:t>[view →]</a:t>
            </a:r>
          </a:p>
          <a:p>
            <a:pPr/>
            <a:r>
              <a:rPr sz="1600">
                <a:latin typeface="Arial"/>
              </a:rPr>
              <a:t>#3: NFFT validation too permissive (6 tests)  </a:t>
            </a:r>
            <a:r>
              <a:rPr sz="1400">
                <a:solidFill>
                  <a:srgbClr val="0066CC"/>
                </a:solidFill>
                <a:latin typeface="Arial"/>
                <a:hlinkClick r:id="rId4"/>
              </a:rPr>
              <a:t>[view →]</a:t>
            </a:r>
          </a:p>
          <a:p>
            <a:pPr/>
            <a:r>
              <a:rPr sz="1600">
                <a:latin typeface="Arial"/>
              </a:rPr>
              <a:t>#4: Frequency range no maximum (16 tests)  </a:t>
            </a:r>
            <a:r>
              <a:rPr sz="1400">
                <a:solidFill>
                  <a:srgbClr val="0066CC"/>
                </a:solidFill>
                <a:latin typeface="Arial"/>
                <a:hlinkClick r:id="rId5"/>
              </a:rPr>
              <a:t>[view →]</a:t>
            </a:r>
          </a:p>
          <a:p>
            <a:pPr/>
            <a:r>
              <a:rPr sz="1600">
                <a:latin typeface="Arial"/>
              </a:rPr>
              <a:t>#5: Sensor range no min/max (15 tests)  </a:t>
            </a:r>
            <a:r>
              <a:rPr sz="1400">
                <a:solidFill>
                  <a:srgbClr val="0066CC"/>
                </a:solidFill>
                <a:latin typeface="Arial"/>
                <a:hlinkClick r:id="rId6"/>
              </a:rPr>
              <a:t>[view →]</a:t>
            </a:r>
          </a:p>
          <a:p>
            <a:pPr/>
            <a:r>
              <a:rPr sz="1600">
                <a:latin typeface="Arial"/>
              </a:rPr>
              <a:t>#6: API response time arbitrary (3 tests)  </a:t>
            </a:r>
            <a:r>
              <a:rPr sz="1400">
                <a:solidFill>
                  <a:srgbClr val="0066CC"/>
                </a:solidFill>
                <a:latin typeface="Arial"/>
                <a:hlinkClick r:id="rId7"/>
              </a:rPr>
              <a:t>[view →]</a:t>
            </a:r>
          </a:p>
          <a:p>
            <a:pPr/>
            <a:r>
              <a:rPr sz="1600">
                <a:latin typeface="Arial"/>
              </a:rPr>
              <a:t>#7: Config validation no assertions (8 tests)  </a:t>
            </a:r>
            <a:r>
              <a:rPr sz="1400">
                <a:solidFill>
                  <a:srgbClr val="0066CC"/>
                </a:solidFill>
                <a:latin typeface="Arial"/>
                <a:hlinkClick r:id="rId8"/>
              </a:rPr>
              <a:t>[view →]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#1: Performance SLAs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What's Missing:</a:t>
            </a:r>
            <a:br/>
            <a:r>
              <a:t>• P95/P99 latency thresholds for each endpoint</a:t>
            </a:r>
            <a:br/>
            <a:r>
              <a:t>• Max error rate before failure</a:t>
            </a:r>
            <a:br/>
            <a:r>
              <a:t>• Different thresholds for live vs historic</a:t>
            </a:r>
            <a:br/>
            <a:br/>
            <a:r>
              <a:t>Currently: Using guesses (500ms P95, 1000ms P99)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#2: ROI Change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Questions:</a:t>
            </a:r>
            <a:br/>
            <a:r>
              <a:t>• Is 50% correct?</a:t>
            </a:r>
            <a:br/>
            <a:r>
              <a:t>• Should it be 30%? 70%?</a:t>
            </a:r>
            <a:br/>
            <a:r>
              <a:t>• Is there a cooldown period?</a:t>
            </a:r>
            <a:br/>
            <a:r>
              <a:t>• Different limits for live vs historic?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#3: NFFT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Courier New"/>
              </a:rPr>
              <a:t>Code only warns, never rejects:
if not is_power_of_2:
    warnings.warn(...)  # ⚠️
return True  # ✅ Always passes!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66CC"/>
                </a:solidFill>
                <a:hlinkClick r:id="rId2"/>
              </a:rPr>
              <a:t>🔗 [View validate_nfft_value in validators.py →]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#4: Frequency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Need absolute max/min frequency limits</a:t>
            </a:r>
            <a:br/>
            <a:r>
              <a:t>Currently: Accepts any positive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#5: Sensor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Need min/max ROI size constraints</a:t>
            </a:r>
            <a:br/>
            <a:r>
              <a:t>Currently: Could allow 1 sensor or all 2222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#6: API Response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Need official SLAs for each endpoint</a:t>
            </a:r>
            <a:br/>
            <a:r>
              <a:t>Currently: Arbitrary 1000ms timeout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#7: Config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Multiple edge cases with TODO/no assertions</a:t>
            </a:r>
            <a:br/>
            <a:r>
              <a:t>Example: min==max behavior undefined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Inaction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What happens if we don't define specs:</a:t>
            </a:r>
            <a:br/>
            <a:r>
              <a:t>• Tests exist but don't catch issues</a:t>
            </a:r>
            <a:br/>
            <a:r>
              <a:t>• False positives waste investigation time</a:t>
            </a:r>
            <a:br/>
            <a:r>
              <a:t>• False negatives miss real bugs</a:t>
            </a:r>
            <a:br/>
            <a:r>
              <a:t>• Can't confidently release</a:t>
            </a:r>
            <a:br/>
            <a:r>
              <a:t>• Automation loses credibility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Three Steps:</a:t>
            </a:r>
            <a:br/>
            <a:r>
              <a:t>1. Schedule 2-3 hour specs meeting</a:t>
            </a:r>
            <a:br/>
            <a:r>
              <a:t>2. Define TOP 7 critical specs</a:t>
            </a:r>
            <a:br/>
            <a:r>
              <a:t>3. Update code + enable assertions</a:t>
            </a:r>
            <a:br/>
            <a:br/>
            <a:r>
              <a:t>Timeline: 1-2 weeks for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 from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Decisions on:</a:t>
            </a:r>
            <a:br/>
            <a:r>
              <a:t>• Performance thresholds (P95/P99)</a:t>
            </a:r>
            <a:br/>
            <a:r>
              <a:t>• ROI change limits</a:t>
            </a:r>
            <a:br/>
            <a:r>
              <a:t>• NFFT validation rules</a:t>
            </a:r>
            <a:br/>
            <a:r>
              <a:t>• Frequency/sensor range limits</a:t>
            </a:r>
            <a:br/>
            <a:r>
              <a:t>• API timeout values</a:t>
            </a:r>
            <a:br/>
            <a:r>
              <a:t>• Edge case behaviors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Week 1: Update settings.py</a:t>
            </a:r>
            <a:br/>
            <a:r>
              <a:t>Week 2: Enable assertions</a:t>
            </a:r>
            <a:br/>
            <a:r>
              <a:t>Week 2: Re-run affected tests</a:t>
            </a:r>
            <a:br/>
            <a:r>
              <a:t>Week 3: Document in Xray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✅ Clear pass/fail criteria</a:t>
            </a:r>
            <a:br/>
            <a:r>
              <a:t>✅ Reliable automation</a:t>
            </a:r>
            <a:br/>
            <a:r>
              <a:t>✅ Confident releases</a:t>
            </a:r>
            <a:br/>
            <a:r>
              <a:t>✅ Reduced false positives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Ready to answer:</a:t>
            </a:r>
            <a:br/>
            <a:r>
              <a:t>• Why now? (Blocking test development)</a:t>
            </a:r>
            <a:br/>
            <a:r>
              <a:t>• Can we estimate? (No, too risky)</a:t>
            </a:r>
            <a:br/>
            <a:r>
              <a:t>• How long? (2-3 hours meeting)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Let's schedule the specs meeting</a:t>
            </a:r>
            <a:br/>
            <a:r>
              <a:t>Every day we wait = unreliable testing</a:t>
            </a:r>
            <a:br/>
            <a:br/>
            <a:r>
              <a:t>Proposed: This week or next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📊 82+ tests affected</a:t>
            </a:r>
            <a:br/>
            <a:r>
              <a:t>🔗 Evidence in production code</a:t>
            </a:r>
            <a:br/>
            <a:r>
              <a:t>⏰ 2-3 hour meeting needed</a:t>
            </a:r>
            <a:br/>
            <a:r>
              <a:t>✅ Clear path forward</a:t>
            </a:r>
            <a:br/>
            <a:br/>
            <a:r>
              <a:t>Let's schedule it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